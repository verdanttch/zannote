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9F39D-8E1C-A30A-FAB4-31614308A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FC0F0E-5FE5-9054-AC38-4E0AE9C08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306E97-63C5-1DF6-9E27-D3B603F5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906C43-E4D0-977B-24CF-16BC9227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7DAA57-EB18-536A-A3B3-F47F2AF9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118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D5493-0C27-2A4F-F9D7-5A101A039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81363C-5C16-D6D9-D327-9D0C71D71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DD432A-C62F-A0EE-3A5F-B34ADF96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CCB4A5-C752-5FE8-406D-1DFE5B35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781297-CC0C-A82B-42B6-7E52AFCE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4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4358B-F5D1-0696-24D6-31C56C3DD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734112-86FB-F9E0-D120-BAF407A28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2147E6-112D-D59A-FD21-3EFEA7E76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A97E7B-3C3B-A58A-9AF4-B31AABC2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E92A59-2DDA-F5C2-0D66-5D451C62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757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685AF-15C8-ABFE-804A-9BAD20DD6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5AF862-E24D-6DDD-7792-0086859F4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199AEC-C7D1-CC0C-77A5-D6B517CEE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F41FE7-0C70-6CCF-6FB7-5E1A5770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FD2585-AF46-E0A5-0F06-B06AFC78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977419-88CE-F13A-4FBB-8DC0E971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117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FFF485-8256-F37F-945D-EBADF040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2BFC52-AB95-00F7-6E38-72729DFD7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D98571C-E131-8CFC-A9F0-C5C62BD16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94C3D50-4CA9-6DAB-F63D-14C16F476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AA6A68A-FCCC-45AB-9DAF-5FB83A7EED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C9D75A5-23FD-F114-B206-ABDBB264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EA0F568-B332-37FE-BB6A-DCC3839C1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BCD687-0F80-5557-207A-D943D369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76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D413A-5AE4-9C0B-1265-4F39C129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B753858-A41D-D244-7816-475DED83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2EFF24-D9E0-ACB4-1087-DC2C91B8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54A8BB-F3ED-AC63-F309-A1F484CC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7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0C3375-40E3-E792-CAE8-C46368BF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0262BD-F41B-EBF5-45F0-6339B8D6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028878-FD38-D51F-B1D9-6E03C470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61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2155F-37C4-CFDB-8386-EF71ABAE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0EAA13-B3A1-4FC1-1392-22A3DA87E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FCADD4-5788-9E5B-9830-47EE8A022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E530FC-2490-7901-AA75-8DDB1384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5F1802-2221-0A5B-E936-7A865541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4F8E70-4608-A939-8D2F-64595E94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99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47B0F-D2D3-6687-4E48-35F0A507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90F2B17-10D1-2082-01AB-679C7B184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A721B8-B1D6-9A19-5777-D0549C234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7D259F-70EC-9E1C-A439-AC1D7BCE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584EB7-FBA7-C8B1-D85F-6C233C83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40F05A-909F-D0E6-6E87-785A4226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807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9E2753-AA2C-1852-7BD2-77E3DFF46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75B6BA-616B-DC18-6D2B-FE873EEFA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BDA024-8365-F1ED-52FD-20CE94491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ADB9C9-536D-A755-5EED-12CBB4BEF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F852E9-73BD-BDCC-A6F2-4F1D58B3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942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A24497-4DDC-F0FF-AF42-5EC5A15F2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B8F9C2-052F-B31A-EBB7-C736613FF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674BD9-74F3-43C9-741E-9137F64A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DD642B-2D00-9B05-7D01-D4F788DB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05F960-F7E2-7CC6-2569-75C1C9DB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5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11A4540-E082-092A-3C1F-1077BEC0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EC5CC6-9349-5120-26E0-B554BCEFE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5C93F3-00C3-ADC3-B61A-896828269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BECD0-BC4B-44F1-BE76-C597D51407E0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051358-3C9C-B22D-2109-D25EDA7D1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CD26D8-A815-DDC1-0323-A150176BB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AADB4-9B93-4387-B586-B62C7EEF7E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02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6444DB0-1E25-E03B-54B0-933C7DC65D84}"/>
              </a:ext>
            </a:extLst>
          </p:cNvPr>
          <p:cNvSpPr/>
          <p:nvPr/>
        </p:nvSpPr>
        <p:spPr>
          <a:xfrm>
            <a:off x="2929237" y="3265716"/>
            <a:ext cx="6333526" cy="2416631"/>
          </a:xfrm>
          <a:prstGeom prst="roundRect">
            <a:avLst>
              <a:gd name="adj" fmla="val 7184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D37FC6D1-1D35-2C05-7AE8-A5A614B45EB0}"/>
              </a:ext>
            </a:extLst>
          </p:cNvPr>
          <p:cNvSpPr/>
          <p:nvPr/>
        </p:nvSpPr>
        <p:spPr>
          <a:xfrm>
            <a:off x="1872343" y="1061355"/>
            <a:ext cx="8447314" cy="2416631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4294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Zahorsky</dc:creator>
  <cp:lastModifiedBy>Hugo Zahorsky</cp:lastModifiedBy>
  <cp:revision>4</cp:revision>
  <dcterms:created xsi:type="dcterms:W3CDTF">2026-06-24T20:45:12Z</dcterms:created>
  <dcterms:modified xsi:type="dcterms:W3CDTF">2026-06-25T10:55:08Z</dcterms:modified>
</cp:coreProperties>
</file>