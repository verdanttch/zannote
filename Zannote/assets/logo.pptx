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100" d="100"/>
          <a:sy n="100" d="100"/>
        </p:scale>
        <p:origin x="36" y="-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o Zahorsky" userId="7b9a0a0d-2b36-4bf6-81ec-3cd4b8767e76" providerId="ADAL" clId="{248E35B7-379F-458A-8B14-77138EDA9B91}"/>
    <pc:docChg chg="undo custSel modSld">
      <pc:chgData name="Hugo Zahorsky" userId="7b9a0a0d-2b36-4bf6-81ec-3cd4b8767e76" providerId="ADAL" clId="{248E35B7-379F-458A-8B14-77138EDA9B91}" dt="2026-06-16T16:51:45.261" v="113" actId="1076"/>
      <pc:docMkLst>
        <pc:docMk/>
      </pc:docMkLst>
      <pc:sldChg chg="addSp delSp modSp mod">
        <pc:chgData name="Hugo Zahorsky" userId="7b9a0a0d-2b36-4bf6-81ec-3cd4b8767e76" providerId="ADAL" clId="{248E35B7-379F-458A-8B14-77138EDA9B91}" dt="2026-06-16T16:51:45.261" v="113" actId="1076"/>
        <pc:sldMkLst>
          <pc:docMk/>
          <pc:sldMk cId="1017335923" sldId="256"/>
        </pc:sldMkLst>
        <pc:spChg chg="del mod">
          <ac:chgData name="Hugo Zahorsky" userId="7b9a0a0d-2b36-4bf6-81ec-3cd4b8767e76" providerId="ADAL" clId="{248E35B7-379F-458A-8B14-77138EDA9B91}" dt="2026-06-16T16:49:37.472" v="101" actId="478"/>
          <ac:spMkLst>
            <pc:docMk/>
            <pc:sldMk cId="1017335923" sldId="256"/>
            <ac:spMk id="4" creationId="{078F0B9B-ADFD-57EF-746C-E28690C76CB8}"/>
          </ac:spMkLst>
        </pc:spChg>
        <pc:spChg chg="mod">
          <ac:chgData name="Hugo Zahorsky" userId="7b9a0a0d-2b36-4bf6-81ec-3cd4b8767e76" providerId="ADAL" clId="{248E35B7-379F-458A-8B14-77138EDA9B91}" dt="2026-06-16T16:50:00.459" v="103" actId="1076"/>
          <ac:spMkLst>
            <pc:docMk/>
            <pc:sldMk cId="1017335923" sldId="256"/>
            <ac:spMk id="10" creationId="{1979BF1F-A896-9960-A6A9-8C78A1D4C061}"/>
          </ac:spMkLst>
        </pc:spChg>
        <pc:spChg chg="del mod">
          <ac:chgData name="Hugo Zahorsky" userId="7b9a0a0d-2b36-4bf6-81ec-3cd4b8767e76" providerId="ADAL" clId="{248E35B7-379F-458A-8B14-77138EDA9B91}" dt="2026-06-16T16:49:39.411" v="102" actId="21"/>
          <ac:spMkLst>
            <pc:docMk/>
            <pc:sldMk cId="1017335923" sldId="256"/>
            <ac:spMk id="20" creationId="{D1DED0B5-C9F8-6982-9F2D-E2D7F3D5129D}"/>
          </ac:spMkLst>
        </pc:spChg>
        <pc:spChg chg="add del mod">
          <ac:chgData name="Hugo Zahorsky" userId="7b9a0a0d-2b36-4bf6-81ec-3cd4b8767e76" providerId="ADAL" clId="{248E35B7-379F-458A-8B14-77138EDA9B91}" dt="2026-06-16T16:41:23.824" v="27" actId="478"/>
          <ac:spMkLst>
            <pc:docMk/>
            <pc:sldMk cId="1017335923" sldId="256"/>
            <ac:spMk id="24" creationId="{2EE64DFD-EABF-623C-2A84-379F6BFFB41F}"/>
          </ac:spMkLst>
        </pc:spChg>
        <pc:spChg chg="add del">
          <ac:chgData name="Hugo Zahorsky" userId="7b9a0a0d-2b36-4bf6-81ec-3cd4b8767e76" providerId="ADAL" clId="{248E35B7-379F-458A-8B14-77138EDA9B91}" dt="2026-06-16T16:39:46.417" v="5" actId="22"/>
          <ac:spMkLst>
            <pc:docMk/>
            <pc:sldMk cId="1017335923" sldId="256"/>
            <ac:spMk id="26" creationId="{21586881-C6CA-51F2-26D2-90112929A04A}"/>
          </ac:spMkLst>
        </pc:spChg>
        <pc:spChg chg="add del mod">
          <ac:chgData name="Hugo Zahorsky" userId="7b9a0a0d-2b36-4bf6-81ec-3cd4b8767e76" providerId="ADAL" clId="{248E35B7-379F-458A-8B14-77138EDA9B91}" dt="2026-06-16T16:44:19.606" v="59" actId="478"/>
          <ac:spMkLst>
            <pc:docMk/>
            <pc:sldMk cId="1017335923" sldId="256"/>
            <ac:spMk id="32" creationId="{94994EC8-C1CC-AE29-D256-3C0522D587DB}"/>
          </ac:spMkLst>
        </pc:spChg>
        <pc:spChg chg="add del mod">
          <ac:chgData name="Hugo Zahorsky" userId="7b9a0a0d-2b36-4bf6-81ec-3cd4b8767e76" providerId="ADAL" clId="{248E35B7-379F-458A-8B14-77138EDA9B91}" dt="2026-06-16T16:50:57.445" v="108" actId="478"/>
          <ac:spMkLst>
            <pc:docMk/>
            <pc:sldMk cId="1017335923" sldId="256"/>
            <ac:spMk id="34" creationId="{D0FAEEAE-7EC0-DCD5-FD30-580382E6A073}"/>
          </ac:spMkLst>
        </pc:spChg>
        <pc:spChg chg="add del mod">
          <ac:chgData name="Hugo Zahorsky" userId="7b9a0a0d-2b36-4bf6-81ec-3cd4b8767e76" providerId="ADAL" clId="{248E35B7-379F-458A-8B14-77138EDA9B91}" dt="2026-06-16T16:44:29.317" v="63" actId="478"/>
          <ac:spMkLst>
            <pc:docMk/>
            <pc:sldMk cId="1017335923" sldId="256"/>
            <ac:spMk id="36" creationId="{9B75432E-9687-E06E-0C54-1E718F38F3C4}"/>
          </ac:spMkLst>
        </pc:spChg>
        <pc:spChg chg="add mod">
          <ac:chgData name="Hugo Zahorsky" userId="7b9a0a0d-2b36-4bf6-81ec-3cd4b8767e76" providerId="ADAL" clId="{248E35B7-379F-458A-8B14-77138EDA9B91}" dt="2026-06-16T16:50:47.127" v="106" actId="1076"/>
          <ac:spMkLst>
            <pc:docMk/>
            <pc:sldMk cId="1017335923" sldId="256"/>
            <ac:spMk id="38" creationId="{78E5B649-93B6-2978-20D8-9E16B41BEFF4}"/>
          </ac:spMkLst>
        </pc:spChg>
        <pc:spChg chg="add mod">
          <ac:chgData name="Hugo Zahorsky" userId="7b9a0a0d-2b36-4bf6-81ec-3cd4b8767e76" providerId="ADAL" clId="{248E35B7-379F-458A-8B14-77138EDA9B91}" dt="2026-06-16T16:50:09.069" v="104" actId="1076"/>
          <ac:spMkLst>
            <pc:docMk/>
            <pc:sldMk cId="1017335923" sldId="256"/>
            <ac:spMk id="40" creationId="{BCD77658-2966-F851-7AFE-A27EEBAA208F}"/>
          </ac:spMkLst>
        </pc:spChg>
        <pc:spChg chg="add mod">
          <ac:chgData name="Hugo Zahorsky" userId="7b9a0a0d-2b36-4bf6-81ec-3cd4b8767e76" providerId="ADAL" clId="{248E35B7-379F-458A-8B14-77138EDA9B91}" dt="2026-06-16T16:50:33.894" v="105" actId="1076"/>
          <ac:spMkLst>
            <pc:docMk/>
            <pc:sldMk cId="1017335923" sldId="256"/>
            <ac:spMk id="42" creationId="{7A541A0C-1EF2-4118-43C1-D41D88F0693D}"/>
          </ac:spMkLst>
        </pc:spChg>
        <pc:spChg chg="add mod">
          <ac:chgData name="Hugo Zahorsky" userId="7b9a0a0d-2b36-4bf6-81ec-3cd4b8767e76" providerId="ADAL" clId="{248E35B7-379F-458A-8B14-77138EDA9B91}" dt="2026-06-16T16:51:45.261" v="113" actId="1076"/>
          <ac:spMkLst>
            <pc:docMk/>
            <pc:sldMk cId="1017335923" sldId="256"/>
            <ac:spMk id="44" creationId="{0156147B-8358-8B74-3150-F0DD53765F88}"/>
          </ac:spMkLst>
        </pc:spChg>
        <pc:picChg chg="add del mod modCrop">
          <ac:chgData name="Hugo Zahorsky" userId="7b9a0a0d-2b36-4bf6-81ec-3cd4b8767e76" providerId="ADAL" clId="{248E35B7-379F-458A-8B14-77138EDA9B91}" dt="2026-06-16T16:41:27.211" v="28" actId="478"/>
          <ac:picMkLst>
            <pc:docMk/>
            <pc:sldMk cId="1017335923" sldId="256"/>
            <ac:picMk id="28" creationId="{B164C73A-88A1-5B96-15A6-27874A34529F}"/>
          </ac:picMkLst>
        </pc:picChg>
        <pc:picChg chg="add del mod">
          <ac:chgData name="Hugo Zahorsky" userId="7b9a0a0d-2b36-4bf6-81ec-3cd4b8767e76" providerId="ADAL" clId="{248E35B7-379F-458A-8B14-77138EDA9B91}" dt="2026-06-16T16:41:21.156" v="26" actId="478"/>
          <ac:picMkLst>
            <pc:docMk/>
            <pc:sldMk cId="1017335923" sldId="256"/>
            <ac:picMk id="30" creationId="{C36401A3-0881-B9BE-8A82-B5217F3B34E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C7E23E-F904-8FB8-A7D4-2C0228716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2BBB0E-5A0C-7D79-748D-0C710E41B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A1DE51-E69F-C38D-E20E-F32451068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B4799A-B264-4F6A-2449-75AF6149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D2081B-74CA-D155-65C8-3571BD584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6723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DC89CF-1D04-10B6-1027-593426736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FA5777-3071-D306-185A-688AD16FF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2E8714-8DC3-682D-167D-DAC7D5229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EF0EA9-C6B7-D8FD-613F-5098D924A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FA562B-E57F-FE27-E9C4-5653D7EF3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33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61DBDE-B9A4-A431-7D8C-8007A84C3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47C17B-24C8-108C-DC49-04B145273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093C8D-E50F-E258-6246-300AC456A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806219-9308-6393-FC3E-9D8350640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048037-1006-C57A-F7D9-9251FEA3C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71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4BA203-7AD3-7EEB-F047-B25913A3B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575605-2165-8433-6E0E-F52CE2CE3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5923E01-4897-BF41-90D7-74B47952F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4185DD-02DD-AA8D-A92A-27A712F60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4AEB3B-EF08-567F-A70C-26E5863BF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8847DA7-9B94-19D1-8E1D-2AD12DC9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74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07A2CA-DFF6-7C69-4687-4EDF7A7F0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3A54B0-08E2-BF46-1DFC-89B317096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026ACB-657D-15E3-008C-42235F7E2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2824F47-6F55-457E-34FA-D97E743B1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C7074EC-5E32-4575-D9A0-244A26F84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6C4CA7E-1A3F-8BB6-9DAC-8FC730D33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2E432FB-67FA-E20A-4349-0B126BB20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0986E52-5DDC-F62B-1108-EAAC8C7C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46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A6C57D-0995-9543-08F3-EEE31BF22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2A739E-47CA-2C3D-8FBB-10EA300DB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39605BF-647F-B836-28EB-74B30197F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EF0292-F076-1729-CBBD-BBD60C0E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853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F41E10D-F7C6-57C4-EA35-FD668B0C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2916CDB-FDDA-91F5-B852-0A892B8A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41E4C5-9017-2D93-C7B7-827C9313D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730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7953DF-5E9F-0402-CA52-D35A72B42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DC6638-E697-87A4-EF63-8CB49E5DE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C4F185-E9B6-C1F5-9F02-A3EBFC61E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F6AB069-C5F0-32EA-744C-0E3797EB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224547-6628-3D1C-77CA-E6E966E4E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482474B-7326-CC68-10F4-26FBD4DC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42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BEFC72-B1EC-F7D2-373D-1F68507F2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135CFFF-280D-BD85-FFEA-07A8FA051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A9E38B-6793-B936-2FEE-FC72B380E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F82A66-1502-1C5E-25C8-711A9E39D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472348-583D-3CD4-064C-CFF9A843E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061731-81B0-3B26-8A1F-67BED2A2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7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4C480B-BE9D-E6AB-F87F-8758A9EA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B335383-95B1-5EF7-19E8-5E7192D74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05204A-E50F-5B62-CA54-9CA14A06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4F2D61-896E-3D3D-E295-43712A04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B194ED-7C7A-4606-9E4F-DC7B705D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735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1F9FC67-11B6-60DC-C1D2-C31B6D424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E2471F-E379-BEBD-598C-397D8C7A1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3B09E5-D441-4A19-AEFF-C48622FD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18DCBE-EE0A-4DCF-C13C-CF4AECDE0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DBCA71-B70F-5753-D0E9-3757DDFA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970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6F1EAC9-A12E-43EC-C22C-3DC96BBFB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61B426-4DB1-0BDB-3A6A-9F48888C0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306C9A-7D35-8288-70B3-D12407CE0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091D8D-B1D3-70B2-D054-9CD80B86C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606ACB-9D6C-5003-EA6B-01C683261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7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1979BF1F-A896-9960-A6A9-8C78A1D4C061}"/>
              </a:ext>
            </a:extLst>
          </p:cNvPr>
          <p:cNvSpPr/>
          <p:nvPr/>
        </p:nvSpPr>
        <p:spPr>
          <a:xfrm rot="16200000">
            <a:off x="4568661" y="868953"/>
            <a:ext cx="393700" cy="391677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riangle isocèle 11">
            <a:extLst>
              <a:ext uri="{FF2B5EF4-FFF2-40B4-BE49-F238E27FC236}">
                <a16:creationId xmlns:a16="http://schemas.microsoft.com/office/drawing/2014/main" id="{4124EADA-C8CC-9DDA-1162-32F56B795BFF}"/>
              </a:ext>
            </a:extLst>
          </p:cNvPr>
          <p:cNvSpPr/>
          <p:nvPr/>
        </p:nvSpPr>
        <p:spPr>
          <a:xfrm>
            <a:off x="4536836" y="2112333"/>
            <a:ext cx="461962" cy="72294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Triangle isocèle 21">
            <a:extLst>
              <a:ext uri="{FF2B5EF4-FFF2-40B4-BE49-F238E27FC236}">
                <a16:creationId xmlns:a16="http://schemas.microsoft.com/office/drawing/2014/main" id="{AE68A4CB-30DB-40F5-A7BE-2E6CA4C36CC3}"/>
              </a:ext>
            </a:extLst>
          </p:cNvPr>
          <p:cNvSpPr/>
          <p:nvPr/>
        </p:nvSpPr>
        <p:spPr>
          <a:xfrm rot="10800000">
            <a:off x="4536836" y="2835275"/>
            <a:ext cx="461962" cy="72294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Triangle isocèle 37">
            <a:extLst>
              <a:ext uri="{FF2B5EF4-FFF2-40B4-BE49-F238E27FC236}">
                <a16:creationId xmlns:a16="http://schemas.microsoft.com/office/drawing/2014/main" id="{78E5B649-93B6-2978-20D8-9E16B41BEFF4}"/>
              </a:ext>
            </a:extLst>
          </p:cNvPr>
          <p:cNvSpPr/>
          <p:nvPr/>
        </p:nvSpPr>
        <p:spPr>
          <a:xfrm rot="7624343" flipH="1">
            <a:off x="5302119" y="2466759"/>
            <a:ext cx="120622" cy="168971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riangle isocèle 39">
            <a:extLst>
              <a:ext uri="{FF2B5EF4-FFF2-40B4-BE49-F238E27FC236}">
                <a16:creationId xmlns:a16="http://schemas.microsoft.com/office/drawing/2014/main" id="{BCD77658-2966-F851-7AFE-A27EEBAA208F}"/>
              </a:ext>
            </a:extLst>
          </p:cNvPr>
          <p:cNvSpPr/>
          <p:nvPr/>
        </p:nvSpPr>
        <p:spPr>
          <a:xfrm rot="13064651" flipH="1">
            <a:off x="4399313" y="2782336"/>
            <a:ext cx="155102" cy="742718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riangle isocèle 41">
            <a:extLst>
              <a:ext uri="{FF2B5EF4-FFF2-40B4-BE49-F238E27FC236}">
                <a16:creationId xmlns:a16="http://schemas.microsoft.com/office/drawing/2014/main" id="{7A541A0C-1EF2-4118-43C1-D41D88F0693D}"/>
              </a:ext>
            </a:extLst>
          </p:cNvPr>
          <p:cNvSpPr/>
          <p:nvPr/>
        </p:nvSpPr>
        <p:spPr>
          <a:xfrm rot="2412203" flipH="1">
            <a:off x="5015605" y="1992928"/>
            <a:ext cx="196285" cy="85432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riangle isocèle 43">
            <a:extLst>
              <a:ext uri="{FF2B5EF4-FFF2-40B4-BE49-F238E27FC236}">
                <a16:creationId xmlns:a16="http://schemas.microsoft.com/office/drawing/2014/main" id="{0156147B-8358-8B74-3150-F0DD53765F88}"/>
              </a:ext>
            </a:extLst>
          </p:cNvPr>
          <p:cNvSpPr/>
          <p:nvPr/>
        </p:nvSpPr>
        <p:spPr>
          <a:xfrm rot="18424343" flipH="1">
            <a:off x="3992297" y="1425062"/>
            <a:ext cx="120622" cy="168971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3359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Zahorsky</dc:creator>
  <cp:lastModifiedBy>Hugo Zahorsky</cp:lastModifiedBy>
  <cp:revision>1</cp:revision>
  <dcterms:created xsi:type="dcterms:W3CDTF">2026-06-16T15:06:44Z</dcterms:created>
  <dcterms:modified xsi:type="dcterms:W3CDTF">2026-06-16T16:51:54Z</dcterms:modified>
</cp:coreProperties>
</file>