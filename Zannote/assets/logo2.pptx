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143" d="100"/>
          <a:sy n="143" d="100"/>
        </p:scale>
        <p:origin x="-711" y="-7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Zahorsky" userId="7b9a0a0d-2b36-4bf6-81ec-3cd4b8767e76" providerId="ADAL" clId="{248E35B7-379F-458A-8B14-77138EDA9B91}"/>
    <pc:docChg chg="delSld">
      <pc:chgData name="Hugo Zahorsky" userId="7b9a0a0d-2b36-4bf6-81ec-3cd4b8767e76" providerId="ADAL" clId="{248E35B7-379F-458A-8B14-77138EDA9B91}" dt="2026-06-16T17:04:01.055" v="0" actId="2696"/>
      <pc:docMkLst>
        <pc:docMk/>
      </pc:docMkLst>
      <pc:sldChg chg="del">
        <pc:chgData name="Hugo Zahorsky" userId="7b9a0a0d-2b36-4bf6-81ec-3cd4b8767e76" providerId="ADAL" clId="{248E35B7-379F-458A-8B14-77138EDA9B91}" dt="2026-06-16T17:04:01.055" v="0" actId="2696"/>
        <pc:sldMkLst>
          <pc:docMk/>
          <pc:sldMk cId="1017335923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7E23E-F904-8FB8-A7D4-2C0228716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2BBB0E-5A0C-7D79-748D-0C710E41B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A1DE51-E69F-C38D-E20E-F3245106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B4799A-B264-4F6A-2449-75AF6149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2081B-74CA-D155-65C8-3571BD58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72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DC89CF-1D04-10B6-1027-59342673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FA5777-3071-D306-185A-688AD16F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2E8714-8DC3-682D-167D-DAC7D522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EF0EA9-C6B7-D8FD-613F-5098D924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FA562B-E57F-FE27-E9C4-5653D7EF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33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1DBDE-B9A4-A431-7D8C-8007A84C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47C17B-24C8-108C-DC49-04B14527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093C8D-E50F-E258-6246-300AC456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806219-9308-6393-FC3E-9D835064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48037-1006-C57A-F7D9-9251FEA3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71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BA203-7AD3-7EEB-F047-B25913A3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575605-2165-8433-6E0E-F52CE2CE3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923E01-4897-BF41-90D7-74B47952F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4185DD-02DD-AA8D-A92A-27A712F6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AEB3B-EF08-567F-A70C-26E5863B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847DA7-9B94-19D1-8E1D-2AD12DC9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74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7A2CA-DFF6-7C69-4687-4EDF7A7F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3A54B0-08E2-BF46-1DFC-89B317096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026ACB-657D-15E3-008C-42235F7E2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824F47-6F55-457E-34FA-D97E743B1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7074EC-5E32-4575-D9A0-244A26F84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C4CA7E-1A3F-8BB6-9DAC-8FC730D3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E432FB-67FA-E20A-4349-0B126BB2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0986E52-5DDC-F62B-1108-EAAC8C7C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4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6C57D-0995-9543-08F3-EEE31BF2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2A739E-47CA-2C3D-8FBB-10EA300D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9605BF-647F-B836-28EB-74B30197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EF0292-F076-1729-CBBD-BBD60C0E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85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F41E10D-F7C6-57C4-EA35-FD668B0C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2916CDB-FDDA-91F5-B852-0A892B8A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41E4C5-9017-2D93-C7B7-827C9313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73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953DF-5E9F-0402-CA52-D35A72B4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C6638-E697-87A4-EF63-8CB49E5DE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C4F185-E9B6-C1F5-9F02-A3EBFC61E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AB069-C5F0-32EA-744C-0E3797EB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224547-6628-3D1C-77CA-E6E966E4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82474B-7326-CC68-10F4-26FBD4DC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2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BEFC72-B1EC-F7D2-373D-1F68507F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35CFFF-280D-BD85-FFEA-07A8FA051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A9E38B-6793-B936-2FEE-FC72B380E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F82A66-1502-1C5E-25C8-711A9E39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472348-583D-3CD4-064C-CFF9A843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061731-81B0-3B26-8A1F-67BED2A2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C480B-BE9D-E6AB-F87F-8758A9EA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335383-95B1-5EF7-19E8-5E7192D74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05204A-E50F-5B62-CA54-9CA14A06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F2D61-896E-3D3D-E295-43712A04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B194ED-7C7A-4606-9E4F-DC7B705D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73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F9FC67-11B6-60DC-C1D2-C31B6D424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E2471F-E379-BEBD-598C-397D8C7A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3B09E5-D441-4A19-AEFF-C48622FD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18DCBE-EE0A-4DCF-C13C-CF4AECDE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DBCA71-B70F-5753-D0E9-3757DDFA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97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F1EAC9-A12E-43EC-C22C-3DC96BBF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61B426-4DB1-0BDB-3A6A-9F48888C0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306C9A-7D35-8288-70B3-D12407CE0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BD84A-5244-48A6-A4E6-A2F5C349B2F2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91D8D-B1D3-70B2-D054-9CD80B86C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06ACB-9D6C-5003-EA6B-01C683261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D139B-DE0F-4090-8602-D910C72D44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F49A-7802-AF58-CA03-2CB6D0C01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EE7FF59-BBED-6E93-0337-20E0264750DF}"/>
              </a:ext>
            </a:extLst>
          </p:cNvPr>
          <p:cNvSpPr/>
          <p:nvPr/>
        </p:nvSpPr>
        <p:spPr>
          <a:xfrm rot="16200000">
            <a:off x="4568661" y="868953"/>
            <a:ext cx="393700" cy="391677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riangle isocèle 11">
            <a:extLst>
              <a:ext uri="{FF2B5EF4-FFF2-40B4-BE49-F238E27FC236}">
                <a16:creationId xmlns:a16="http://schemas.microsoft.com/office/drawing/2014/main" id="{4D71EFC8-5CF9-CD1A-7C29-55F71CF8E488}"/>
              </a:ext>
            </a:extLst>
          </p:cNvPr>
          <p:cNvSpPr/>
          <p:nvPr/>
        </p:nvSpPr>
        <p:spPr>
          <a:xfrm>
            <a:off x="4536836" y="2112333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riangle isocèle 21">
            <a:extLst>
              <a:ext uri="{FF2B5EF4-FFF2-40B4-BE49-F238E27FC236}">
                <a16:creationId xmlns:a16="http://schemas.microsoft.com/office/drawing/2014/main" id="{7CFB0D2F-000B-0F8D-C01F-DB0589B0B8DA}"/>
              </a:ext>
            </a:extLst>
          </p:cNvPr>
          <p:cNvSpPr/>
          <p:nvPr/>
        </p:nvSpPr>
        <p:spPr>
          <a:xfrm rot="10800000">
            <a:off x="4536836" y="2835275"/>
            <a:ext cx="461962" cy="72294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Triangle isocèle 37">
            <a:extLst>
              <a:ext uri="{FF2B5EF4-FFF2-40B4-BE49-F238E27FC236}">
                <a16:creationId xmlns:a16="http://schemas.microsoft.com/office/drawing/2014/main" id="{B5580DA3-7D13-C467-C86D-82F543D5ABEA}"/>
              </a:ext>
            </a:extLst>
          </p:cNvPr>
          <p:cNvSpPr/>
          <p:nvPr/>
        </p:nvSpPr>
        <p:spPr>
          <a:xfrm rot="7624343" flipH="1">
            <a:off x="5302119" y="2466759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riangle isocèle 39">
            <a:extLst>
              <a:ext uri="{FF2B5EF4-FFF2-40B4-BE49-F238E27FC236}">
                <a16:creationId xmlns:a16="http://schemas.microsoft.com/office/drawing/2014/main" id="{71094E92-3AF0-34D3-121E-7CB0DD313539}"/>
              </a:ext>
            </a:extLst>
          </p:cNvPr>
          <p:cNvSpPr/>
          <p:nvPr/>
        </p:nvSpPr>
        <p:spPr>
          <a:xfrm rot="13064651" flipH="1">
            <a:off x="4399313" y="2782336"/>
            <a:ext cx="155102" cy="74271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riangle isocèle 41">
            <a:extLst>
              <a:ext uri="{FF2B5EF4-FFF2-40B4-BE49-F238E27FC236}">
                <a16:creationId xmlns:a16="http://schemas.microsoft.com/office/drawing/2014/main" id="{DC6AB55B-8E9D-0A86-FFB1-2F2A9380C2B3}"/>
              </a:ext>
            </a:extLst>
          </p:cNvPr>
          <p:cNvSpPr/>
          <p:nvPr/>
        </p:nvSpPr>
        <p:spPr>
          <a:xfrm rot="2412203" flipH="1">
            <a:off x="5015605" y="1992928"/>
            <a:ext cx="196285" cy="85432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EA9AF65A-AAE3-D127-7999-6441B24C300D}"/>
              </a:ext>
            </a:extLst>
          </p:cNvPr>
          <p:cNvSpPr/>
          <p:nvPr/>
        </p:nvSpPr>
        <p:spPr>
          <a:xfrm rot="18424343" flipH="1">
            <a:off x="3992297" y="1425062"/>
            <a:ext cx="120622" cy="168971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B6BC939D-01EF-C905-10EA-A62D4963A0B3}"/>
              </a:ext>
            </a:extLst>
          </p:cNvPr>
          <p:cNvSpPr/>
          <p:nvPr/>
        </p:nvSpPr>
        <p:spPr>
          <a:xfrm rot="18424343" flipH="1">
            <a:off x="5856463" y="1954470"/>
            <a:ext cx="416825" cy="10841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C4E46AA7-9AEF-062F-2AF0-F5C5455B403F}"/>
              </a:ext>
            </a:extLst>
          </p:cNvPr>
          <p:cNvSpPr/>
          <p:nvPr/>
        </p:nvSpPr>
        <p:spPr>
          <a:xfrm rot="7624343" flipH="1">
            <a:off x="3249397" y="2612791"/>
            <a:ext cx="416825" cy="10841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2353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7c313fc-3764-4c09-a4a1-81f35edcef53}" enabled="0" method="" siteId="{67c313fc-3764-4c09-a4a1-81f35edcef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Zahorsky</dc:creator>
  <cp:lastModifiedBy>Hugo Zahorsky</cp:lastModifiedBy>
  <cp:revision>3</cp:revision>
  <dcterms:created xsi:type="dcterms:W3CDTF">2026-06-16T15:06:44Z</dcterms:created>
  <dcterms:modified xsi:type="dcterms:W3CDTF">2026-06-16T17:04:10Z</dcterms:modified>
</cp:coreProperties>
</file>