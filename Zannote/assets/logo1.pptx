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9EC95D-FCCB-4F07-A191-A8E3A036AA09}" v="2" dt="2026-06-16T17:01:24.8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>
        <p:scale>
          <a:sx n="143" d="100"/>
          <a:sy n="143" d="100"/>
        </p:scale>
        <p:origin x="-258" y="-7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go Zahorsky" userId="7b9a0a0d-2b36-4bf6-81ec-3cd4b8767e76" providerId="ADAL" clId="{248E35B7-379F-458A-8B14-77138EDA9B91}"/>
    <pc:docChg chg="undo custSel addSld modSld">
      <pc:chgData name="Hugo Zahorsky" userId="7b9a0a0d-2b36-4bf6-81ec-3cd4b8767e76" providerId="ADAL" clId="{248E35B7-379F-458A-8B14-77138EDA9B91}" dt="2026-06-16T17:02:14.793" v="49" actId="1036"/>
      <pc:docMkLst>
        <pc:docMk/>
      </pc:docMkLst>
      <pc:sldChg chg="addSp delSp modSp add mod">
        <pc:chgData name="Hugo Zahorsky" userId="7b9a0a0d-2b36-4bf6-81ec-3cd4b8767e76" providerId="ADAL" clId="{248E35B7-379F-458A-8B14-77138EDA9B91}" dt="2026-06-16T17:02:14.793" v="49" actId="1036"/>
        <pc:sldMkLst>
          <pc:docMk/>
          <pc:sldMk cId="2792235398" sldId="257"/>
        </pc:sldMkLst>
        <pc:spChg chg="add del mod">
          <ac:chgData name="Hugo Zahorsky" userId="7b9a0a0d-2b36-4bf6-81ec-3cd4b8767e76" providerId="ADAL" clId="{248E35B7-379F-458A-8B14-77138EDA9B91}" dt="2026-06-16T17:00:54.681" v="25" actId="478"/>
          <ac:spMkLst>
            <pc:docMk/>
            <pc:sldMk cId="2792235398" sldId="257"/>
            <ac:spMk id="2" creationId="{35A9C7B1-3A41-2078-CF84-3DF27AA86E4E}"/>
          </ac:spMkLst>
        </pc:spChg>
        <pc:spChg chg="add mod">
          <ac:chgData name="Hugo Zahorsky" userId="7b9a0a0d-2b36-4bf6-81ec-3cd4b8767e76" providerId="ADAL" clId="{248E35B7-379F-458A-8B14-77138EDA9B91}" dt="2026-06-16T17:02:14.793" v="49" actId="1036"/>
          <ac:spMkLst>
            <pc:docMk/>
            <pc:sldMk cId="2792235398" sldId="257"/>
            <ac:spMk id="4" creationId="{B6BC939D-01EF-C905-10EA-A62D4963A0B3}"/>
          </ac:spMkLst>
        </pc:spChg>
        <pc:spChg chg="add del mod">
          <ac:chgData name="Hugo Zahorsky" userId="7b9a0a0d-2b36-4bf6-81ec-3cd4b8767e76" providerId="ADAL" clId="{248E35B7-379F-458A-8B14-77138EDA9B91}" dt="2026-06-16T17:01:18.674" v="32" actId="478"/>
          <ac:spMkLst>
            <pc:docMk/>
            <pc:sldMk cId="2792235398" sldId="257"/>
            <ac:spMk id="6" creationId="{CCDCD153-337F-1667-D3AD-659DF0E4EFAD}"/>
          </ac:spMkLst>
        </pc:spChg>
        <pc:spChg chg="add mod">
          <ac:chgData name="Hugo Zahorsky" userId="7b9a0a0d-2b36-4bf6-81ec-3cd4b8767e76" providerId="ADAL" clId="{248E35B7-379F-458A-8B14-77138EDA9B91}" dt="2026-06-16T17:02:03.006" v="45" actId="1036"/>
          <ac:spMkLst>
            <pc:docMk/>
            <pc:sldMk cId="2792235398" sldId="257"/>
            <ac:spMk id="7" creationId="{C4E46AA7-9AEF-062F-2AF0-F5C5455B403F}"/>
          </ac:spMkLst>
        </pc:spChg>
        <pc:spChg chg="mod">
          <ac:chgData name="Hugo Zahorsky" userId="7b9a0a0d-2b36-4bf6-81ec-3cd4b8767e76" providerId="ADAL" clId="{248E35B7-379F-458A-8B14-77138EDA9B91}" dt="2026-06-16T16:58:52.201" v="2" actId="14100"/>
          <ac:spMkLst>
            <pc:docMk/>
            <pc:sldMk cId="2792235398" sldId="257"/>
            <ac:spMk id="38" creationId="{B5580DA3-7D13-C467-C86D-82F543D5ABE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C7E23E-F904-8FB8-A7D4-2C0228716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CA"/>
              <a:t>Modifier le style du titre</a:t>
            </a:r>
            <a:endParaRPr lang="en-GB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A2BBB0E-5A0C-7D79-748D-0C710E41B8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CA"/>
              <a:t>Modifier le style des sous-titres du masque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A1DE51-E69F-C38D-E20E-F32451068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BD84A-5244-48A6-A4E6-A2F5C349B2F2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B4799A-B264-4F6A-2449-75AF6149C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D2081B-74CA-D155-65C8-3571BD584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D139B-DE0F-4090-8602-D910C72D441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6723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DC89CF-1D04-10B6-1027-593426736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5FA5777-3071-D306-185A-688AD16FF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D2E8714-8DC3-682D-167D-DAC7D5229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BD84A-5244-48A6-A4E6-A2F5C349B2F2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6EF0EA9-C6B7-D8FD-613F-5098D924A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3FA562B-E57F-FE27-E9C4-5653D7EF3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D139B-DE0F-4090-8602-D910C72D441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3332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61DBDE-B9A4-A431-7D8C-8007A84C3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CA"/>
              <a:t>Modifier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F47C17B-24C8-108C-DC49-04B145273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4093C8D-E50F-E258-6246-300AC456A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BD84A-5244-48A6-A4E6-A2F5C349B2F2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0806219-9308-6393-FC3E-9D8350640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7048037-1006-C57A-F7D9-9251FEA3C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D139B-DE0F-4090-8602-D910C72D441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9710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4BA203-7AD3-7EEB-F047-B25913A3B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B575605-2165-8433-6E0E-F52CE2CE32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GB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5923E01-4897-BF41-90D7-74B47952F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GB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D4185DD-02DD-AA8D-A92A-27A712F60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BD84A-5244-48A6-A4E6-A2F5C349B2F2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74AEB3B-EF08-567F-A70C-26E5863BF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8847DA7-9B94-19D1-8E1D-2AD12DC94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D139B-DE0F-4090-8602-D910C72D441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5749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07A2CA-DFF6-7C69-4687-4EDF7A7F0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CA"/>
              <a:t>Modifier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13A54B0-08E2-BF46-1DFC-89B317096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B026ACB-657D-15E3-008C-42235F7E22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GB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2824F47-6F55-457E-34FA-D97E743B19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C7074EC-5E32-4575-D9A0-244A26F844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GB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6C4CA7E-1A3F-8BB6-9DAC-8FC730D33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BD84A-5244-48A6-A4E6-A2F5C349B2F2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2E432FB-67FA-E20A-4349-0B126BB20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0986E52-5DDC-F62B-1108-EAAC8C7CB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D139B-DE0F-4090-8602-D910C72D441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446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A6C57D-0995-9543-08F3-EEE31BF22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C2A739E-47CA-2C3D-8FBB-10EA300DB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BD84A-5244-48A6-A4E6-A2F5C349B2F2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39605BF-647F-B836-28EB-74B30197F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CEF0292-F076-1729-CBBD-BBD60C0E2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D139B-DE0F-4090-8602-D910C72D441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8853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F41E10D-F7C6-57C4-EA35-FD668B0CA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BD84A-5244-48A6-A4E6-A2F5C349B2F2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2916CDB-FDDA-91F5-B852-0A892B8A5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341E4C5-9017-2D93-C7B7-827C9313D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D139B-DE0F-4090-8602-D910C72D441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1730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7953DF-5E9F-0402-CA52-D35A72B42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DC6638-E697-87A4-EF63-8CB49E5DE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2C4F185-E9B6-C1F5-9F02-A3EBFC61E6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F6AB069-C5F0-32EA-744C-0E3797EB9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BD84A-5244-48A6-A4E6-A2F5C349B2F2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4224547-6628-3D1C-77CA-E6E966E4E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482474B-7326-CC68-10F4-26FBD4DCD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D139B-DE0F-4090-8602-D910C72D441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3429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BEFC72-B1EC-F7D2-373D-1F68507F2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  <a:endParaRPr lang="en-GB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135CFFF-280D-BD85-FFEA-07A8FA0518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AA9E38B-6793-B936-2FEE-FC72B380E9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DF82A66-1502-1C5E-25C8-711A9E39D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BD84A-5244-48A6-A4E6-A2F5C349B2F2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F472348-583D-3CD4-064C-CFF9A843E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9061731-81B0-3B26-8A1F-67BED2A22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D139B-DE0F-4090-8602-D910C72D441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276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4C480B-BE9D-E6AB-F87F-8758A9EAD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B335383-95B1-5EF7-19E8-5E7192D740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D05204A-E50F-5B62-CA54-9CA14A06E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BD84A-5244-48A6-A4E6-A2F5C349B2F2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24F2D61-896E-3D3D-E295-43712A046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CB194ED-7C7A-4606-9E4F-DC7B705D8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D139B-DE0F-4090-8602-D910C72D441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1735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1F9FC67-11B6-60DC-C1D2-C31B6D4244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CA"/>
              <a:t>Modifier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6E2471F-E379-BEBD-598C-397D8C7A13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83B09E5-D441-4A19-AEFF-C48622FD2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BD84A-5244-48A6-A4E6-A2F5C349B2F2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A18DCBE-EE0A-4DCF-C13C-CF4AECDE0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CDBCA71-B70F-5753-D0E9-3757DDFA6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D139B-DE0F-4090-8602-D910C72D441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7970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6F1EAC9-A12E-43EC-C22C-3DC96BBFB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A"/>
              <a:t>Modifier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61B426-4DB1-0BDB-3A6A-9F48888C0E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2306C9A-7D35-8288-70B3-D12407CE05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2BD84A-5244-48A6-A4E6-A2F5C349B2F2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4091D8D-B1D3-70B2-D054-9CD80B86C6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606ACB-9D6C-5003-EA6B-01C6832617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DD139B-DE0F-4090-8602-D910C72D441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067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1979BF1F-A896-9960-A6A9-8C78A1D4C061}"/>
              </a:ext>
            </a:extLst>
          </p:cNvPr>
          <p:cNvSpPr/>
          <p:nvPr/>
        </p:nvSpPr>
        <p:spPr>
          <a:xfrm rot="16200000">
            <a:off x="4568661" y="868953"/>
            <a:ext cx="393700" cy="391677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riangle isocèle 11">
            <a:extLst>
              <a:ext uri="{FF2B5EF4-FFF2-40B4-BE49-F238E27FC236}">
                <a16:creationId xmlns:a16="http://schemas.microsoft.com/office/drawing/2014/main" id="{4124EADA-C8CC-9DDA-1162-32F56B795BFF}"/>
              </a:ext>
            </a:extLst>
          </p:cNvPr>
          <p:cNvSpPr/>
          <p:nvPr/>
        </p:nvSpPr>
        <p:spPr>
          <a:xfrm>
            <a:off x="4536836" y="2112333"/>
            <a:ext cx="461962" cy="722942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Triangle isocèle 21">
            <a:extLst>
              <a:ext uri="{FF2B5EF4-FFF2-40B4-BE49-F238E27FC236}">
                <a16:creationId xmlns:a16="http://schemas.microsoft.com/office/drawing/2014/main" id="{AE68A4CB-30DB-40F5-A7BE-2E6CA4C36CC3}"/>
              </a:ext>
            </a:extLst>
          </p:cNvPr>
          <p:cNvSpPr/>
          <p:nvPr/>
        </p:nvSpPr>
        <p:spPr>
          <a:xfrm rot="10800000">
            <a:off x="4536836" y="2835275"/>
            <a:ext cx="461962" cy="722942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8" name="Triangle isocèle 37">
            <a:extLst>
              <a:ext uri="{FF2B5EF4-FFF2-40B4-BE49-F238E27FC236}">
                <a16:creationId xmlns:a16="http://schemas.microsoft.com/office/drawing/2014/main" id="{78E5B649-93B6-2978-20D8-9E16B41BEFF4}"/>
              </a:ext>
            </a:extLst>
          </p:cNvPr>
          <p:cNvSpPr/>
          <p:nvPr/>
        </p:nvSpPr>
        <p:spPr>
          <a:xfrm rot="7624343" flipH="1">
            <a:off x="5302119" y="2466759"/>
            <a:ext cx="120622" cy="1689712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Triangle isocèle 39">
            <a:extLst>
              <a:ext uri="{FF2B5EF4-FFF2-40B4-BE49-F238E27FC236}">
                <a16:creationId xmlns:a16="http://schemas.microsoft.com/office/drawing/2014/main" id="{BCD77658-2966-F851-7AFE-A27EEBAA208F}"/>
              </a:ext>
            </a:extLst>
          </p:cNvPr>
          <p:cNvSpPr/>
          <p:nvPr/>
        </p:nvSpPr>
        <p:spPr>
          <a:xfrm rot="13064651" flipH="1">
            <a:off x="4399313" y="2782336"/>
            <a:ext cx="155102" cy="742718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Triangle isocèle 41">
            <a:extLst>
              <a:ext uri="{FF2B5EF4-FFF2-40B4-BE49-F238E27FC236}">
                <a16:creationId xmlns:a16="http://schemas.microsoft.com/office/drawing/2014/main" id="{7A541A0C-1EF2-4118-43C1-D41D88F0693D}"/>
              </a:ext>
            </a:extLst>
          </p:cNvPr>
          <p:cNvSpPr/>
          <p:nvPr/>
        </p:nvSpPr>
        <p:spPr>
          <a:xfrm rot="2412203" flipH="1">
            <a:off x="5015605" y="1992928"/>
            <a:ext cx="196285" cy="85432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Triangle isocèle 43">
            <a:extLst>
              <a:ext uri="{FF2B5EF4-FFF2-40B4-BE49-F238E27FC236}">
                <a16:creationId xmlns:a16="http://schemas.microsoft.com/office/drawing/2014/main" id="{0156147B-8358-8B74-3150-F0DD53765F88}"/>
              </a:ext>
            </a:extLst>
          </p:cNvPr>
          <p:cNvSpPr/>
          <p:nvPr/>
        </p:nvSpPr>
        <p:spPr>
          <a:xfrm rot="18424343" flipH="1">
            <a:off x="3992297" y="1425062"/>
            <a:ext cx="120622" cy="1689712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7335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8F49A-7802-AF58-CA03-2CB6D0C01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7EE7FF59-BBED-6E93-0337-20E0264750DF}"/>
              </a:ext>
            </a:extLst>
          </p:cNvPr>
          <p:cNvSpPr/>
          <p:nvPr/>
        </p:nvSpPr>
        <p:spPr>
          <a:xfrm rot="16200000">
            <a:off x="4568661" y="868953"/>
            <a:ext cx="393700" cy="391677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riangle isocèle 11">
            <a:extLst>
              <a:ext uri="{FF2B5EF4-FFF2-40B4-BE49-F238E27FC236}">
                <a16:creationId xmlns:a16="http://schemas.microsoft.com/office/drawing/2014/main" id="{4D71EFC8-5CF9-CD1A-7C29-55F71CF8E488}"/>
              </a:ext>
            </a:extLst>
          </p:cNvPr>
          <p:cNvSpPr/>
          <p:nvPr/>
        </p:nvSpPr>
        <p:spPr>
          <a:xfrm>
            <a:off x="4536836" y="2112333"/>
            <a:ext cx="461962" cy="722942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Triangle isocèle 21">
            <a:extLst>
              <a:ext uri="{FF2B5EF4-FFF2-40B4-BE49-F238E27FC236}">
                <a16:creationId xmlns:a16="http://schemas.microsoft.com/office/drawing/2014/main" id="{7CFB0D2F-000B-0F8D-C01F-DB0589B0B8DA}"/>
              </a:ext>
            </a:extLst>
          </p:cNvPr>
          <p:cNvSpPr/>
          <p:nvPr/>
        </p:nvSpPr>
        <p:spPr>
          <a:xfrm rot="10800000">
            <a:off x="4536836" y="2835275"/>
            <a:ext cx="461962" cy="722942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8" name="Triangle isocèle 37">
            <a:extLst>
              <a:ext uri="{FF2B5EF4-FFF2-40B4-BE49-F238E27FC236}">
                <a16:creationId xmlns:a16="http://schemas.microsoft.com/office/drawing/2014/main" id="{B5580DA3-7D13-C467-C86D-82F543D5ABEA}"/>
              </a:ext>
            </a:extLst>
          </p:cNvPr>
          <p:cNvSpPr/>
          <p:nvPr/>
        </p:nvSpPr>
        <p:spPr>
          <a:xfrm rot="7624343" flipH="1">
            <a:off x="5302119" y="2466759"/>
            <a:ext cx="120622" cy="1689712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Triangle isocèle 39">
            <a:extLst>
              <a:ext uri="{FF2B5EF4-FFF2-40B4-BE49-F238E27FC236}">
                <a16:creationId xmlns:a16="http://schemas.microsoft.com/office/drawing/2014/main" id="{71094E92-3AF0-34D3-121E-7CB0DD313539}"/>
              </a:ext>
            </a:extLst>
          </p:cNvPr>
          <p:cNvSpPr/>
          <p:nvPr/>
        </p:nvSpPr>
        <p:spPr>
          <a:xfrm rot="13064651" flipH="1">
            <a:off x="4399313" y="2782336"/>
            <a:ext cx="155102" cy="742718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Triangle isocèle 41">
            <a:extLst>
              <a:ext uri="{FF2B5EF4-FFF2-40B4-BE49-F238E27FC236}">
                <a16:creationId xmlns:a16="http://schemas.microsoft.com/office/drawing/2014/main" id="{DC6AB55B-8E9D-0A86-FFB1-2F2A9380C2B3}"/>
              </a:ext>
            </a:extLst>
          </p:cNvPr>
          <p:cNvSpPr/>
          <p:nvPr/>
        </p:nvSpPr>
        <p:spPr>
          <a:xfrm rot="2412203" flipH="1">
            <a:off x="5015605" y="1992928"/>
            <a:ext cx="196285" cy="85432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Triangle isocèle 43">
            <a:extLst>
              <a:ext uri="{FF2B5EF4-FFF2-40B4-BE49-F238E27FC236}">
                <a16:creationId xmlns:a16="http://schemas.microsoft.com/office/drawing/2014/main" id="{EA9AF65A-AAE3-D127-7999-6441B24C300D}"/>
              </a:ext>
            </a:extLst>
          </p:cNvPr>
          <p:cNvSpPr/>
          <p:nvPr/>
        </p:nvSpPr>
        <p:spPr>
          <a:xfrm rot="18424343" flipH="1">
            <a:off x="3992297" y="1425062"/>
            <a:ext cx="120622" cy="1689712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riangle isocèle 3">
            <a:extLst>
              <a:ext uri="{FF2B5EF4-FFF2-40B4-BE49-F238E27FC236}">
                <a16:creationId xmlns:a16="http://schemas.microsoft.com/office/drawing/2014/main" id="{B6BC939D-01EF-C905-10EA-A62D4963A0B3}"/>
              </a:ext>
            </a:extLst>
          </p:cNvPr>
          <p:cNvSpPr/>
          <p:nvPr/>
        </p:nvSpPr>
        <p:spPr>
          <a:xfrm rot="18424343" flipH="1">
            <a:off x="5856463" y="1954470"/>
            <a:ext cx="416825" cy="1084150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riangle isocèle 6">
            <a:extLst>
              <a:ext uri="{FF2B5EF4-FFF2-40B4-BE49-F238E27FC236}">
                <a16:creationId xmlns:a16="http://schemas.microsoft.com/office/drawing/2014/main" id="{C4E46AA7-9AEF-062F-2AF0-F5C5455B403F}"/>
              </a:ext>
            </a:extLst>
          </p:cNvPr>
          <p:cNvSpPr/>
          <p:nvPr/>
        </p:nvSpPr>
        <p:spPr>
          <a:xfrm rot="7624343" flipH="1">
            <a:off x="3249397" y="2612791"/>
            <a:ext cx="416825" cy="1084150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223539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7c313fc-3764-4c09-a4a1-81f35edcef53}" enabled="0" method="" siteId="{67c313fc-3764-4c09-a4a1-81f35edcef5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0</Words>
  <Application>Microsoft Office PowerPoint</Application>
  <PresentationFormat>Grand écran</PresentationFormat>
  <Paragraphs>0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Hugo Zahorsky</dc:creator>
  <cp:lastModifiedBy>Hugo Zahorsky</cp:lastModifiedBy>
  <cp:revision>2</cp:revision>
  <dcterms:created xsi:type="dcterms:W3CDTF">2026-06-16T15:06:44Z</dcterms:created>
  <dcterms:modified xsi:type="dcterms:W3CDTF">2026-06-16T17:02:18Z</dcterms:modified>
</cp:coreProperties>
</file>